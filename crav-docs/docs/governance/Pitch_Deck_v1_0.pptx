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2004" y="3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480638-C645-40A8-98F5-B99C5FCCB2EC}" type="datetimeFigureOut">
              <a:rPr lang="en-US" smtClean="0"/>
              <a:t>1/19/2026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637F52-548D-4160-A84C-DC37C02BB6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4808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7F79A-97DB-4CF6-A20C-A309548F1818}" type="datetime1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 AudioViz AI, LLC — Confidential © 2026 CR AudioViz AI, LLC. All rights reserved.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1CA3A-AA82-4E22-AC57-22379446A8A4}" type="datetime1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 AudioViz AI, LLC — Confidential © 2026 CR AudioViz AI, LLC. All rights reserved.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969C7-3D53-4008-ACCE-6611F9F0DE44}" type="datetime1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 AudioViz AI, LLC — Confidential © 2026 CR AudioViz AI, LLC. All rights reserved.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128B2-FB7F-4661-9979-F2CDEE21FE05}" type="datetime1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 AudioViz AI, LLC — Confidential © 2026 CR AudioViz AI, LLC. All rights reserved.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174B9-E817-4221-90A0-DF5B714327A7}" type="datetime1">
              <a:rPr lang="en-US" smtClean="0"/>
              <a:t>1/19/2026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 AudioViz AI, LLC — Confidential © 2026 CR AudioViz AI, LLC. All rights reserved.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7C8F7-3D01-49C0-AACC-F0E589A51A73}" type="datetime1">
              <a:rPr lang="en-US" smtClean="0"/>
              <a:t>1/19/2026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 AudioViz AI, LLC — Confidential © 2026 CR AudioViz AI, LLC. All rights reserved.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23D8B-61E9-404E-9FAE-C5FC31B3A217}" type="datetime1">
              <a:rPr lang="en-US" smtClean="0"/>
              <a:t>1/19/2026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 AudioViz AI, LLC — Confidential © 2026 CR AudioViz AI, LLC. All rights reserved.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4FA1D-5DE3-4C28-A409-315799780C4A}" type="datetime1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 AudioViz AI, LLC — Confidential © 2026 CR AudioViz AI, LLC. All rights reserved.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F2732-3D1D-466A-933A-17197775DE5F}" type="datetime1">
              <a:rPr lang="en-US" smtClean="0"/>
              <a:t>1/19/2026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 AudioViz AI, LLC — Confidential © 2026 CR AudioViz AI, LLC. All rights reserved.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D7D3D2-3057-47AE-8480-04153A86A42C}" type="datetime1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 AudioViz AI, LLC — Confidential © 2026 CR AudioViz AI, LLC. All rights reserved.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50C30-F4CF-4154-AE06-FBAAD95A3E1A}" type="datetime1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 AudioViz AI, LLC — Confidential © 2026 CR AudioViz AI, LLC. All rights reserved.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305E8D-7F73-4326-B8A7-F7E613862971}" type="datetime1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CR AudioViz AI, LLC — Confidential © 2026 CR AudioViz AI, LLC. All rights reserved.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CR AudioViz AI, LLC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Unified AI‑Powered Creative Ecosystem</a:t>
            </a:r>
          </a:p>
          <a:p>
            <a:r>
              <a:t>Pre‑Launch | January 2026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C4DA5B-0AA6-177C-ACFB-55ED7A0630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0999"/>
            <a:ext cx="1143000" cy="762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Internet fragmentation across tools</a:t>
            </a:r>
          </a:p>
          <a:p>
            <a:pPr lvl="1"/>
            <a:r>
              <a:t>8–12 subscriptions per creator</a:t>
            </a:r>
          </a:p>
          <a:p>
            <a:pPr lvl="1"/>
            <a:r>
              <a:t>Broken workflows and silos</a:t>
            </a:r>
          </a:p>
          <a:p>
            <a:pPr lvl="1"/>
            <a:r>
              <a:t>Underserved communities priced out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B9ED61-FF7A-9E4B-E28B-1C1ED886F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 AudioViz AI, LLC — Confidential © 2026 CR AudioViz AI, LLC. All rights reserved.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B27E0A-FFAB-BCCF-7430-01E677F43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Solution (Architected)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Unified creative + AI + entertainment platform</a:t>
            </a:r>
          </a:p>
          <a:p>
            <a:pPr lvl="1"/>
            <a:r>
              <a:t>Professional creative suite (roadmapped)</a:t>
            </a:r>
          </a:p>
          <a:p>
            <a:pPr lvl="1"/>
            <a:r>
              <a:t>Javari AI automation (designed)</a:t>
            </a:r>
          </a:p>
          <a:p>
            <a:pPr lvl="1"/>
            <a:r>
              <a:t>CRAIverse virtual world</a:t>
            </a:r>
          </a:p>
          <a:p>
            <a:pPr lvl="1"/>
            <a:r>
              <a:t>Universal credits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F1D92B-4D7E-C089-C10B-F5C3DD068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 AudioViz AI, LLC — Confidential © 2026 CR AudioViz AI, LLC. All rights reserved.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E32E9B-EA5B-E73C-18A8-0384C3F28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TAM: $847B</a:t>
            </a:r>
          </a:p>
          <a:p>
            <a:pPr lvl="1"/>
            <a:r>
              <a:t>SAM: $84.7B</a:t>
            </a:r>
          </a:p>
          <a:p>
            <a:pPr lvl="1"/>
            <a:r>
              <a:t>SOM: $423.5M (36 months)</a:t>
            </a:r>
          </a:p>
          <a:p>
            <a:pPr lvl="1"/>
            <a:r>
              <a:t>65M creators | 8M developers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531902-940D-3496-B0BF-274EDB568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 AudioViz AI, LLC — Confidential © 2026 CR AudioViz AI, LLC. All rights reserved.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999668-6FDC-54CD-6D0A-9DA246D54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Seven diversified revenue streams</a:t>
            </a:r>
          </a:p>
          <a:p>
            <a:pPr lvl="1"/>
            <a:r>
              <a:t>Subscriptions</a:t>
            </a:r>
          </a:p>
          <a:p>
            <a:pPr lvl="1"/>
            <a:r>
              <a:t>Marketplace commissions</a:t>
            </a:r>
          </a:p>
          <a:p>
            <a:pPr lvl="1"/>
            <a:r>
              <a:t>White‑label enterprise</a:t>
            </a:r>
          </a:p>
          <a:p>
            <a:pPr lvl="1"/>
            <a:r>
              <a:t>Grant funding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04782B-711E-A00B-2FC8-CB629DD67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 AudioViz AI, LLC — Confidential © 2026 CR AudioViz AI, LLC. All rights reserved.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23538A-137A-8DC7-8A3B-C6F019D50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Competitive 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Unified platform</a:t>
            </a:r>
          </a:p>
          <a:p>
            <a:pPr lvl="1"/>
            <a:r>
              <a:t>AI‑driven automation</a:t>
            </a:r>
          </a:p>
          <a:p>
            <a:pPr lvl="1"/>
            <a:r>
              <a:t>Customer‑first policies</a:t>
            </a:r>
          </a:p>
          <a:p>
            <a:pPr lvl="1"/>
            <a:r>
              <a:t>Social impact modules</a:t>
            </a:r>
          </a:p>
          <a:p>
            <a:pPr lvl="1"/>
            <a:r>
              <a:t>Fortune‑50 standards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9DF4C1-8809-C8F1-EC84-6972F5929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 AudioViz AI, LLC — Confidential © 2026 CR AudioViz AI, LLC. All rights reserved.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D3FE22-99D9-DB93-69C0-C73CCE991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Development 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83% complete</a:t>
            </a:r>
          </a:p>
          <a:p>
            <a:pPr lvl="1"/>
            <a:r>
              <a:t>Payments + DB deployed</a:t>
            </a:r>
          </a:p>
          <a:p>
            <a:pPr lvl="1"/>
            <a:r>
              <a:t>Admin dashboard 95%</a:t>
            </a:r>
          </a:p>
          <a:p>
            <a:pPr lvl="1"/>
            <a:r>
              <a:t>Pre‑revenue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8AE09A-FDCE-6D37-FBC9-C4949EAF5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 AudioViz AI, LLC — Confidential © 2026 CR AudioViz AI, LLC. All rights reserved.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468888-A93A-32F5-34C2-06686D4C2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Traction &amp;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Technical validation complete</a:t>
            </a:r>
          </a:p>
          <a:p>
            <a:pPr lvl="1"/>
            <a:r>
              <a:t>Operational infrastructure live</a:t>
            </a:r>
          </a:p>
          <a:p>
            <a:pPr lvl="1"/>
            <a:r>
              <a:t>Market sizing validated</a:t>
            </a:r>
          </a:p>
          <a:p>
            <a:pPr lvl="1"/>
            <a:r>
              <a:t>$600M+ grant pipeline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761B0F-B2BF-79F1-389B-005467866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 AudioViz AI, LLC — Confidential © 2026 CR AudioViz AI, LLC. All rights reserved.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2B20FE-33EB-C71C-5275-ABA9EC75C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Leadership 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Roy Henderson – CEO</a:t>
            </a:r>
          </a:p>
          <a:p>
            <a:pPr lvl="1"/>
            <a:r>
              <a:t>Platform architecture &amp; strategy</a:t>
            </a:r>
          </a:p>
          <a:p>
            <a:pPr lvl="1"/>
            <a:r>
              <a:t>Cindy Henderson – CMO</a:t>
            </a:r>
          </a:p>
          <a:p>
            <a:pPr lvl="1"/>
            <a:r>
              <a:t>Brand &amp; community leadership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08E93F-C7D9-4F11-DE33-12DD39D36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 AudioViz AI, LLC — Confidential © 2026 CR AudioViz AI, LLC. All rights reserved.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AE7A61-5243-5163-1633-CA4FEB897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Path to Profitability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Positive EBITDA target: 18 months</a:t>
            </a:r>
          </a:p>
          <a:p>
            <a:pPr lvl="1"/>
            <a:r>
              <a:t>Automation‑first ops</a:t>
            </a:r>
          </a:p>
          <a:p>
            <a:pPr lvl="1"/>
            <a:r>
              <a:t>Lean contractor model</a:t>
            </a:r>
          </a:p>
          <a:p>
            <a:pPr lvl="1"/>
            <a:r>
              <a:t>Scalable infra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AF2831-E3C1-6C92-A689-D2F188305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 AudioViz AI, LLC — Confidential © 2026 CR AudioViz AI, LLC. All rights reserved.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CE850F-885F-8820-68B5-8666A1DA5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Investment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Capital to launch</a:t>
            </a:r>
          </a:p>
          <a:p>
            <a:pPr lvl="1"/>
            <a:r>
              <a:t>Customer acquisition</a:t>
            </a:r>
          </a:p>
          <a:p>
            <a:pPr lvl="1"/>
            <a:r>
              <a:t>Grant expansion</a:t>
            </a:r>
          </a:p>
          <a:p>
            <a:pPr lvl="1"/>
            <a:r>
              <a:t>120‑day launch timeline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FC8B30-EC45-38ED-9D9D-72C0C4127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 AudioViz AI, LLC — Confidential © 2026 CR AudioViz AI, LLC. All rights reserved.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20054C-FF92-AAB1-5494-9D7621B0E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Creator economy growth</a:t>
            </a:r>
          </a:p>
          <a:p>
            <a:pPr lvl="1"/>
            <a:r>
              <a:t>AI adoption acceleration</a:t>
            </a:r>
          </a:p>
          <a:p>
            <a:pPr lvl="1"/>
            <a:r>
              <a:t>Demand for consolidation</a:t>
            </a:r>
          </a:p>
          <a:p>
            <a:pPr lvl="1"/>
            <a:r>
              <a:t>Near‑launch readiness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17A32-80C4-DF28-5643-A6E2850AB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 AudioViz AI, LLC — Confidential © 2026 CR AudioViz AI, LLC. All rights reserved.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5AAAAA-F5CB-4377-5385-0EAA90B6A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439</Words>
  <Application>Microsoft Office PowerPoint</Application>
  <PresentationFormat>On-screen Show (4:3)</PresentationFormat>
  <Paragraphs>83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CR AudioViz AI, LLC</vt:lpstr>
      <vt:lpstr>The Problem</vt:lpstr>
      <vt:lpstr>The Solution (Architected)</vt:lpstr>
      <vt:lpstr>Market Opportunity</vt:lpstr>
      <vt:lpstr>Business Model</vt:lpstr>
      <vt:lpstr>Competitive Advantages</vt:lpstr>
      <vt:lpstr>Development Status</vt:lpstr>
      <vt:lpstr>Traction &amp; Validation</vt:lpstr>
      <vt:lpstr>Leadership Team</vt:lpstr>
      <vt:lpstr>Path to Profitability</vt:lpstr>
      <vt:lpstr>Investment Opportunity</vt:lpstr>
      <vt:lpstr>Why Now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Roy Henderson</cp:lastModifiedBy>
  <cp:revision>2</cp:revision>
  <dcterms:created xsi:type="dcterms:W3CDTF">2013-01-27T09:14:16Z</dcterms:created>
  <dcterms:modified xsi:type="dcterms:W3CDTF">2026-01-19T22:06:14Z</dcterms:modified>
  <cp:category/>
</cp:coreProperties>
</file>